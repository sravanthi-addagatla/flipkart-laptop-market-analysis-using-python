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59" r:id="rId20"/>
  </p:sldIdLst>
  <p:sldSz cx="12192000" cy="6858000"/>
  <p:notesSz cx="6858000" cy="9144000"/>
  <p:embeddedFontLst>
    <p:embeddedFont>
      <p:font typeface="Lato Black" panose="020F0502020204030203" pitchFamily="34" charset="0"/>
      <p:bold r:id="rId22"/>
      <p:boldItalic r:id="rId23"/>
    </p:embeddedFont>
    <p:embeddedFont>
      <p:font typeface="Libre Baskerville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irY7ZVHx6TZwajwKcMFXn2VnWI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A9832-8C53-4CBE-ADC3-E61A421F24D6}" v="44" dt="2026-07-19T17:16:28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hia0211@gmail.com" userId="86004a95b751c210" providerId="LiveId" clId="{5949E328-238F-4FBC-AFE4-BDC282FF95A2}"/>
    <pc:docChg chg="undo custSel addSld delSld modSld sldOrd">
      <pc:chgData name="sravanthia0211@gmail.com" userId="86004a95b751c210" providerId="LiveId" clId="{5949E328-238F-4FBC-AFE4-BDC282FF95A2}" dt="2026-07-24T08:57:02.530" v="525" actId="20577"/>
      <pc:docMkLst>
        <pc:docMk/>
      </pc:docMkLst>
      <pc:sldChg chg="modSp mod">
        <pc:chgData name="sravanthia0211@gmail.com" userId="86004a95b751c210" providerId="LiveId" clId="{5949E328-238F-4FBC-AFE4-BDC282FF95A2}" dt="2026-07-19T14:15:18.047" v="48" actId="1076"/>
        <pc:sldMkLst>
          <pc:docMk/>
          <pc:sldMk cId="0" sldId="256"/>
        </pc:sldMkLst>
        <pc:spChg chg="mod">
          <ac:chgData name="sravanthia0211@gmail.com" userId="86004a95b751c210" providerId="LiveId" clId="{5949E328-238F-4FBC-AFE4-BDC282FF95A2}" dt="2026-07-19T14:15:18.047" v="48" actId="1076"/>
          <ac:spMkLst>
            <pc:docMk/>
            <pc:sldMk cId="0" sldId="256"/>
            <ac:spMk id="99" creationId="{00000000-0000-0000-0000-000000000000}"/>
          </ac:spMkLst>
        </pc:spChg>
      </pc:sldChg>
      <pc:sldChg chg="modSp mod">
        <pc:chgData name="sravanthia0211@gmail.com" userId="86004a95b751c210" providerId="LiveId" clId="{5949E328-238F-4FBC-AFE4-BDC282FF95A2}" dt="2026-07-19T15:59:09.371" v="205" actId="255"/>
        <pc:sldMkLst>
          <pc:docMk/>
          <pc:sldMk cId="0" sldId="257"/>
        </pc:sldMkLst>
        <pc:spChg chg="mod">
          <ac:chgData name="sravanthia0211@gmail.com" userId="86004a95b751c210" providerId="LiveId" clId="{5949E328-238F-4FBC-AFE4-BDC282FF95A2}" dt="2026-07-19T15:59:09.371" v="205" actId="255"/>
          <ac:spMkLst>
            <pc:docMk/>
            <pc:sldMk cId="0" sldId="257"/>
            <ac:spMk id="104" creationId="{00000000-0000-0000-0000-000000000000}"/>
          </ac:spMkLst>
        </pc:spChg>
      </pc:sldChg>
      <pc:sldChg chg="ord">
        <pc:chgData name="sravanthia0211@gmail.com" userId="86004a95b751c210" providerId="LiveId" clId="{5949E328-238F-4FBC-AFE4-BDC282FF95A2}" dt="2026-07-19T14:10:04.594" v="2"/>
        <pc:sldMkLst>
          <pc:docMk/>
          <pc:sldMk cId="0" sldId="259"/>
        </pc:sldMkLst>
      </pc:sldChg>
      <pc:sldChg chg="modSp new mod">
        <pc:chgData name="sravanthia0211@gmail.com" userId="86004a95b751c210" providerId="LiveId" clId="{5949E328-238F-4FBC-AFE4-BDC282FF95A2}" dt="2026-07-19T16:39:40.769" v="368" actId="12"/>
        <pc:sldMkLst>
          <pc:docMk/>
          <pc:sldMk cId="3408298427" sldId="260"/>
        </pc:sldMkLst>
        <pc:spChg chg="mod">
          <ac:chgData name="sravanthia0211@gmail.com" userId="86004a95b751c210" providerId="LiveId" clId="{5949E328-238F-4FBC-AFE4-BDC282FF95A2}" dt="2026-07-19T16:39:40.769" v="368" actId="12"/>
          <ac:spMkLst>
            <pc:docMk/>
            <pc:sldMk cId="3408298427" sldId="260"/>
            <ac:spMk id="2" creationId="{49F6C589-DCB3-DB2E-460D-86D967737942}"/>
          </ac:spMkLst>
        </pc:spChg>
        <pc:spChg chg="mod">
          <ac:chgData name="sravanthia0211@gmail.com" userId="86004a95b751c210" providerId="LiveId" clId="{5949E328-238F-4FBC-AFE4-BDC282FF95A2}" dt="2026-07-19T16:21:33.343" v="255" actId="255"/>
          <ac:spMkLst>
            <pc:docMk/>
            <pc:sldMk cId="3408298427" sldId="260"/>
            <ac:spMk id="3" creationId="{E407E0E9-EFAD-E785-95E5-BBF1FF433FB6}"/>
          </ac:spMkLst>
        </pc:spChg>
      </pc:sldChg>
      <pc:sldChg chg="modSp new mod">
        <pc:chgData name="sravanthia0211@gmail.com" userId="86004a95b751c210" providerId="LiveId" clId="{5949E328-238F-4FBC-AFE4-BDC282FF95A2}" dt="2026-07-19T16:39:51.093" v="369" actId="12"/>
        <pc:sldMkLst>
          <pc:docMk/>
          <pc:sldMk cId="585083626" sldId="261"/>
        </pc:sldMkLst>
        <pc:spChg chg="mod">
          <ac:chgData name="sravanthia0211@gmail.com" userId="86004a95b751c210" providerId="LiveId" clId="{5949E328-238F-4FBC-AFE4-BDC282FF95A2}" dt="2026-07-19T16:39:51.093" v="369" actId="12"/>
          <ac:spMkLst>
            <pc:docMk/>
            <pc:sldMk cId="585083626" sldId="261"/>
            <ac:spMk id="2" creationId="{061982F4-57AE-FA70-CA74-E63D4780874A}"/>
          </ac:spMkLst>
        </pc:spChg>
        <pc:spChg chg="mod">
          <ac:chgData name="sravanthia0211@gmail.com" userId="86004a95b751c210" providerId="LiveId" clId="{5949E328-238F-4FBC-AFE4-BDC282FF95A2}" dt="2026-07-19T16:21:47.714" v="257" actId="27636"/>
          <ac:spMkLst>
            <pc:docMk/>
            <pc:sldMk cId="585083626" sldId="261"/>
            <ac:spMk id="3" creationId="{9DC1E43F-FDF2-488D-615F-89F8C5EF78D4}"/>
          </ac:spMkLst>
        </pc:spChg>
      </pc:sldChg>
      <pc:sldChg chg="modSp new mod">
        <pc:chgData name="sravanthia0211@gmail.com" userId="86004a95b751c210" providerId="LiveId" clId="{5949E328-238F-4FBC-AFE4-BDC282FF95A2}" dt="2026-07-19T16:40:03.849" v="370" actId="12"/>
        <pc:sldMkLst>
          <pc:docMk/>
          <pc:sldMk cId="287782867" sldId="262"/>
        </pc:sldMkLst>
        <pc:spChg chg="mod">
          <ac:chgData name="sravanthia0211@gmail.com" userId="86004a95b751c210" providerId="LiveId" clId="{5949E328-238F-4FBC-AFE4-BDC282FF95A2}" dt="2026-07-19T16:40:03.849" v="370" actId="12"/>
          <ac:spMkLst>
            <pc:docMk/>
            <pc:sldMk cId="287782867" sldId="262"/>
            <ac:spMk id="2" creationId="{34FF8B56-EA4E-DEF5-9EC3-03EA5CE759EB}"/>
          </ac:spMkLst>
        </pc:spChg>
        <pc:spChg chg="mod">
          <ac:chgData name="sravanthia0211@gmail.com" userId="86004a95b751c210" providerId="LiveId" clId="{5949E328-238F-4FBC-AFE4-BDC282FF95A2}" dt="2026-07-19T16:23:48.500" v="282" actId="12"/>
          <ac:spMkLst>
            <pc:docMk/>
            <pc:sldMk cId="287782867" sldId="262"/>
            <ac:spMk id="3" creationId="{2479FC88-503F-0F5B-A5AB-985AF0C46D77}"/>
          </ac:spMkLst>
        </pc:spChg>
      </pc:sldChg>
      <pc:sldChg chg="modSp add mod">
        <pc:chgData name="sravanthia0211@gmail.com" userId="86004a95b751c210" providerId="LiveId" clId="{5949E328-238F-4FBC-AFE4-BDC282FF95A2}" dt="2026-07-19T16:40:42.335" v="375" actId="27636"/>
        <pc:sldMkLst>
          <pc:docMk/>
          <pc:sldMk cId="2297461997" sldId="263"/>
        </pc:sldMkLst>
        <pc:spChg chg="mod">
          <ac:chgData name="sravanthia0211@gmail.com" userId="86004a95b751c210" providerId="LiveId" clId="{5949E328-238F-4FBC-AFE4-BDC282FF95A2}" dt="2026-07-19T16:40:35.893" v="373" actId="14100"/>
          <ac:spMkLst>
            <pc:docMk/>
            <pc:sldMk cId="2297461997" sldId="263"/>
            <ac:spMk id="2" creationId="{9B51D062-908D-6EE2-D20F-B897793F310B}"/>
          </ac:spMkLst>
        </pc:spChg>
        <pc:spChg chg="mod">
          <ac:chgData name="sravanthia0211@gmail.com" userId="86004a95b751c210" providerId="LiveId" clId="{5949E328-238F-4FBC-AFE4-BDC282FF95A2}" dt="2026-07-19T16:40:42.335" v="375" actId="27636"/>
          <ac:spMkLst>
            <pc:docMk/>
            <pc:sldMk cId="2297461997" sldId="263"/>
            <ac:spMk id="3" creationId="{7326241C-9D6B-18E6-B20B-EE6EA860EAFF}"/>
          </ac:spMkLst>
        </pc:spChg>
      </pc:sldChg>
      <pc:sldChg chg="modSp add mod">
        <pc:chgData name="sravanthia0211@gmail.com" userId="86004a95b751c210" providerId="LiveId" clId="{5949E328-238F-4FBC-AFE4-BDC282FF95A2}" dt="2026-07-19T16:41:27.474" v="387" actId="14100"/>
        <pc:sldMkLst>
          <pc:docMk/>
          <pc:sldMk cId="3655468860" sldId="264"/>
        </pc:sldMkLst>
        <pc:spChg chg="mod">
          <ac:chgData name="sravanthia0211@gmail.com" userId="86004a95b751c210" providerId="LiveId" clId="{5949E328-238F-4FBC-AFE4-BDC282FF95A2}" dt="2026-07-19T16:41:27.474" v="387" actId="14100"/>
          <ac:spMkLst>
            <pc:docMk/>
            <pc:sldMk cId="3655468860" sldId="264"/>
            <ac:spMk id="2" creationId="{CA5B56A3-F3EA-29D4-C691-108EC356FBFC}"/>
          </ac:spMkLst>
        </pc:spChg>
        <pc:spChg chg="mod">
          <ac:chgData name="sravanthia0211@gmail.com" userId="86004a95b751c210" providerId="LiveId" clId="{5949E328-238F-4FBC-AFE4-BDC282FF95A2}" dt="2026-07-19T16:38:56.493" v="365" actId="20577"/>
          <ac:spMkLst>
            <pc:docMk/>
            <pc:sldMk cId="3655468860" sldId="264"/>
            <ac:spMk id="3" creationId="{20A4CD71-72AE-2E25-0A93-2C10617AB5F4}"/>
          </ac:spMkLst>
        </pc:spChg>
      </pc:sldChg>
      <pc:sldChg chg="modSp new mod">
        <pc:chgData name="sravanthia0211@gmail.com" userId="86004a95b751c210" providerId="LiveId" clId="{5949E328-238F-4FBC-AFE4-BDC282FF95A2}" dt="2026-07-19T16:53:46.339" v="441" actId="255"/>
        <pc:sldMkLst>
          <pc:docMk/>
          <pc:sldMk cId="3955840153" sldId="265"/>
        </pc:sldMkLst>
        <pc:spChg chg="mod">
          <ac:chgData name="sravanthia0211@gmail.com" userId="86004a95b751c210" providerId="LiveId" clId="{5949E328-238F-4FBC-AFE4-BDC282FF95A2}" dt="2026-07-19T16:42:20.748" v="401" actId="14100"/>
          <ac:spMkLst>
            <pc:docMk/>
            <pc:sldMk cId="3955840153" sldId="265"/>
            <ac:spMk id="2" creationId="{01D1FAA8-313F-AB38-9576-9D9F2483FC4D}"/>
          </ac:spMkLst>
        </pc:spChg>
        <pc:spChg chg="mod">
          <ac:chgData name="sravanthia0211@gmail.com" userId="86004a95b751c210" providerId="LiveId" clId="{5949E328-238F-4FBC-AFE4-BDC282FF95A2}" dt="2026-07-19T16:53:46.339" v="441" actId="255"/>
          <ac:spMkLst>
            <pc:docMk/>
            <pc:sldMk cId="3955840153" sldId="265"/>
            <ac:spMk id="3" creationId="{3C77E226-8BA6-59A2-B808-D14682B93E94}"/>
          </ac:spMkLst>
        </pc:spChg>
      </pc:sldChg>
      <pc:sldChg chg="modSp add mod">
        <pc:chgData name="sravanthia0211@gmail.com" userId="86004a95b751c210" providerId="LiveId" clId="{5949E328-238F-4FBC-AFE4-BDC282FF95A2}" dt="2026-07-19T16:56:29.047" v="451" actId="27636"/>
        <pc:sldMkLst>
          <pc:docMk/>
          <pc:sldMk cId="2526897524" sldId="266"/>
        </pc:sldMkLst>
        <pc:spChg chg="mod">
          <ac:chgData name="sravanthia0211@gmail.com" userId="86004a95b751c210" providerId="LiveId" clId="{5949E328-238F-4FBC-AFE4-BDC282FF95A2}" dt="2026-07-19T16:55:02.307" v="446" actId="14100"/>
          <ac:spMkLst>
            <pc:docMk/>
            <pc:sldMk cId="2526897524" sldId="266"/>
            <ac:spMk id="2" creationId="{7B614DC0-DB6F-40F4-3027-06CD2F112D97}"/>
          </ac:spMkLst>
        </pc:spChg>
        <pc:spChg chg="mod">
          <ac:chgData name="sravanthia0211@gmail.com" userId="86004a95b751c210" providerId="LiveId" clId="{5949E328-238F-4FBC-AFE4-BDC282FF95A2}" dt="2026-07-19T16:56:29.047" v="451" actId="27636"/>
          <ac:spMkLst>
            <pc:docMk/>
            <pc:sldMk cId="2526897524" sldId="266"/>
            <ac:spMk id="3" creationId="{8FB21290-D5AA-1E18-28F1-39D25E7D9962}"/>
          </ac:spMkLst>
        </pc:spChg>
      </pc:sldChg>
      <pc:sldChg chg="modSp add mod">
        <pc:chgData name="sravanthia0211@gmail.com" userId="86004a95b751c210" providerId="LiveId" clId="{5949E328-238F-4FBC-AFE4-BDC282FF95A2}" dt="2026-07-24T08:57:02.530" v="525" actId="20577"/>
        <pc:sldMkLst>
          <pc:docMk/>
          <pc:sldMk cId="3314013157" sldId="267"/>
        </pc:sldMkLst>
        <pc:spChg chg="mod">
          <ac:chgData name="sravanthia0211@gmail.com" userId="86004a95b751c210" providerId="LiveId" clId="{5949E328-238F-4FBC-AFE4-BDC282FF95A2}" dt="2026-07-19T17:03:10.709" v="457" actId="255"/>
          <ac:spMkLst>
            <pc:docMk/>
            <pc:sldMk cId="3314013157" sldId="267"/>
            <ac:spMk id="2" creationId="{8382BFB9-D20F-4A15-1F4D-F3BAF46B3678}"/>
          </ac:spMkLst>
        </pc:spChg>
        <pc:spChg chg="mod">
          <ac:chgData name="sravanthia0211@gmail.com" userId="86004a95b751c210" providerId="LiveId" clId="{5949E328-238F-4FBC-AFE4-BDC282FF95A2}" dt="2026-07-24T08:57:02.530" v="525" actId="20577"/>
          <ac:spMkLst>
            <pc:docMk/>
            <pc:sldMk cId="3314013157" sldId="267"/>
            <ac:spMk id="3" creationId="{F9919197-BFCB-015F-103D-C107BBD09454}"/>
          </ac:spMkLst>
        </pc:spChg>
      </pc:sldChg>
      <pc:sldChg chg="modSp add mod">
        <pc:chgData name="sravanthia0211@gmail.com" userId="86004a95b751c210" providerId="LiveId" clId="{5949E328-238F-4FBC-AFE4-BDC282FF95A2}" dt="2026-07-19T17:06:31.622" v="467" actId="27636"/>
        <pc:sldMkLst>
          <pc:docMk/>
          <pc:sldMk cId="3924622089" sldId="268"/>
        </pc:sldMkLst>
        <pc:spChg chg="mod">
          <ac:chgData name="sravanthia0211@gmail.com" userId="86004a95b751c210" providerId="LiveId" clId="{5949E328-238F-4FBC-AFE4-BDC282FF95A2}" dt="2026-07-19T17:03:56.437" v="465"/>
          <ac:spMkLst>
            <pc:docMk/>
            <pc:sldMk cId="3924622089" sldId="268"/>
            <ac:spMk id="2" creationId="{717AB63D-7EE4-75EA-F52B-FABB0CBDA1F7}"/>
          </ac:spMkLst>
        </pc:spChg>
        <pc:spChg chg="mod">
          <ac:chgData name="sravanthia0211@gmail.com" userId="86004a95b751c210" providerId="LiveId" clId="{5949E328-238F-4FBC-AFE4-BDC282FF95A2}" dt="2026-07-19T17:06:31.622" v="467" actId="27636"/>
          <ac:spMkLst>
            <pc:docMk/>
            <pc:sldMk cId="3924622089" sldId="268"/>
            <ac:spMk id="3" creationId="{27C37A30-916D-6089-B635-B45C8BE193C6}"/>
          </ac:spMkLst>
        </pc:spChg>
      </pc:sldChg>
      <pc:sldChg chg="modSp add mod">
        <pc:chgData name="sravanthia0211@gmail.com" userId="86004a95b751c210" providerId="LiveId" clId="{5949E328-238F-4FBC-AFE4-BDC282FF95A2}" dt="2026-07-19T17:07:34.107" v="475" actId="27636"/>
        <pc:sldMkLst>
          <pc:docMk/>
          <pc:sldMk cId="3932710575" sldId="269"/>
        </pc:sldMkLst>
        <pc:spChg chg="mod">
          <ac:chgData name="sravanthia0211@gmail.com" userId="86004a95b751c210" providerId="LiveId" clId="{5949E328-238F-4FBC-AFE4-BDC282FF95A2}" dt="2026-07-19T17:07:18.788" v="472" actId="12"/>
          <ac:spMkLst>
            <pc:docMk/>
            <pc:sldMk cId="3932710575" sldId="269"/>
            <ac:spMk id="2" creationId="{F12BDD9C-1A00-FEE5-FA56-26E6D8B120FC}"/>
          </ac:spMkLst>
        </pc:spChg>
        <pc:spChg chg="mod">
          <ac:chgData name="sravanthia0211@gmail.com" userId="86004a95b751c210" providerId="LiveId" clId="{5949E328-238F-4FBC-AFE4-BDC282FF95A2}" dt="2026-07-19T17:07:34.107" v="475" actId="27636"/>
          <ac:spMkLst>
            <pc:docMk/>
            <pc:sldMk cId="3932710575" sldId="269"/>
            <ac:spMk id="3" creationId="{9DAB036E-FA19-33BF-DA65-A351B1CFB545}"/>
          </ac:spMkLst>
        </pc:spChg>
      </pc:sldChg>
      <pc:sldChg chg="modSp add mod">
        <pc:chgData name="sravanthia0211@gmail.com" userId="86004a95b751c210" providerId="LiveId" clId="{5949E328-238F-4FBC-AFE4-BDC282FF95A2}" dt="2026-07-19T17:12:00.527" v="482" actId="27636"/>
        <pc:sldMkLst>
          <pc:docMk/>
          <pc:sldMk cId="1391383535" sldId="270"/>
        </pc:sldMkLst>
        <pc:spChg chg="mod">
          <ac:chgData name="sravanthia0211@gmail.com" userId="86004a95b751c210" providerId="LiveId" clId="{5949E328-238F-4FBC-AFE4-BDC282FF95A2}" dt="2026-07-19T17:11:09.094" v="479" actId="255"/>
          <ac:spMkLst>
            <pc:docMk/>
            <pc:sldMk cId="1391383535" sldId="270"/>
            <ac:spMk id="2" creationId="{FB976922-0A81-6C94-D52A-3AB2F1F77B2B}"/>
          </ac:spMkLst>
        </pc:spChg>
        <pc:spChg chg="mod">
          <ac:chgData name="sravanthia0211@gmail.com" userId="86004a95b751c210" providerId="LiveId" clId="{5949E328-238F-4FBC-AFE4-BDC282FF95A2}" dt="2026-07-19T17:12:00.527" v="482" actId="27636"/>
          <ac:spMkLst>
            <pc:docMk/>
            <pc:sldMk cId="1391383535" sldId="270"/>
            <ac:spMk id="3" creationId="{385096A4-15F6-4021-1DA8-A905D8F3F1A8}"/>
          </ac:spMkLst>
        </pc:spChg>
      </pc:sldChg>
      <pc:sldChg chg="modSp add mod">
        <pc:chgData name="sravanthia0211@gmail.com" userId="86004a95b751c210" providerId="LiveId" clId="{5949E328-238F-4FBC-AFE4-BDC282FF95A2}" dt="2026-07-19T17:12:56.759" v="492" actId="27636"/>
        <pc:sldMkLst>
          <pc:docMk/>
          <pc:sldMk cId="1681848881" sldId="271"/>
        </pc:sldMkLst>
        <pc:spChg chg="mod">
          <ac:chgData name="sravanthia0211@gmail.com" userId="86004a95b751c210" providerId="LiveId" clId="{5949E328-238F-4FBC-AFE4-BDC282FF95A2}" dt="2026-07-19T17:12:34.698" v="489" actId="12"/>
          <ac:spMkLst>
            <pc:docMk/>
            <pc:sldMk cId="1681848881" sldId="271"/>
            <ac:spMk id="2" creationId="{D2F970FF-0866-B31B-230B-448DAA635A9C}"/>
          </ac:spMkLst>
        </pc:spChg>
        <pc:spChg chg="mod">
          <ac:chgData name="sravanthia0211@gmail.com" userId="86004a95b751c210" providerId="LiveId" clId="{5949E328-238F-4FBC-AFE4-BDC282FF95A2}" dt="2026-07-19T17:12:56.759" v="492" actId="27636"/>
          <ac:spMkLst>
            <pc:docMk/>
            <pc:sldMk cId="1681848881" sldId="271"/>
            <ac:spMk id="3" creationId="{F79BAA64-E711-4BA7-3E13-E8CE6B6FA198}"/>
          </ac:spMkLst>
        </pc:spChg>
      </pc:sldChg>
      <pc:sldChg chg="modSp add mod">
        <pc:chgData name="sravanthia0211@gmail.com" userId="86004a95b751c210" providerId="LiveId" clId="{5949E328-238F-4FBC-AFE4-BDC282FF95A2}" dt="2026-07-19T17:14:01.125" v="502" actId="27636"/>
        <pc:sldMkLst>
          <pc:docMk/>
          <pc:sldMk cId="158488083" sldId="272"/>
        </pc:sldMkLst>
        <pc:spChg chg="mod">
          <ac:chgData name="sravanthia0211@gmail.com" userId="86004a95b751c210" providerId="LiveId" clId="{5949E328-238F-4FBC-AFE4-BDC282FF95A2}" dt="2026-07-19T17:13:44.318" v="499" actId="12"/>
          <ac:spMkLst>
            <pc:docMk/>
            <pc:sldMk cId="158488083" sldId="272"/>
            <ac:spMk id="2" creationId="{0879E534-C4FE-2455-EB6E-7B87D9B55024}"/>
          </ac:spMkLst>
        </pc:spChg>
        <pc:spChg chg="mod">
          <ac:chgData name="sravanthia0211@gmail.com" userId="86004a95b751c210" providerId="LiveId" clId="{5949E328-238F-4FBC-AFE4-BDC282FF95A2}" dt="2026-07-19T17:14:01.125" v="502" actId="27636"/>
          <ac:spMkLst>
            <pc:docMk/>
            <pc:sldMk cId="158488083" sldId="272"/>
            <ac:spMk id="3" creationId="{734E988D-A5B9-C6F8-7BC6-E86952201E62}"/>
          </ac:spMkLst>
        </pc:spChg>
      </pc:sldChg>
      <pc:sldChg chg="modSp add mod">
        <pc:chgData name="sravanthia0211@gmail.com" userId="86004a95b751c210" providerId="LiveId" clId="{5949E328-238F-4FBC-AFE4-BDC282FF95A2}" dt="2026-07-19T17:14:57.006" v="512" actId="27636"/>
        <pc:sldMkLst>
          <pc:docMk/>
          <pc:sldMk cId="394149542" sldId="273"/>
        </pc:sldMkLst>
        <pc:spChg chg="mod">
          <ac:chgData name="sravanthia0211@gmail.com" userId="86004a95b751c210" providerId="LiveId" clId="{5949E328-238F-4FBC-AFE4-BDC282FF95A2}" dt="2026-07-19T17:14:35.270" v="509" actId="27636"/>
          <ac:spMkLst>
            <pc:docMk/>
            <pc:sldMk cId="394149542" sldId="273"/>
            <ac:spMk id="2" creationId="{38D32984-F299-3110-AB8E-1686E46448FF}"/>
          </ac:spMkLst>
        </pc:spChg>
        <pc:spChg chg="mod">
          <ac:chgData name="sravanthia0211@gmail.com" userId="86004a95b751c210" providerId="LiveId" clId="{5949E328-238F-4FBC-AFE4-BDC282FF95A2}" dt="2026-07-19T17:14:57.006" v="512" actId="27636"/>
          <ac:spMkLst>
            <pc:docMk/>
            <pc:sldMk cId="394149542" sldId="273"/>
            <ac:spMk id="3" creationId="{B3C210D4-91A8-9325-6897-DB5840D8B208}"/>
          </ac:spMkLst>
        </pc:spChg>
      </pc:sldChg>
      <pc:sldChg chg="modSp new mod">
        <pc:chgData name="sravanthia0211@gmail.com" userId="86004a95b751c210" providerId="LiveId" clId="{5949E328-238F-4FBC-AFE4-BDC282FF95A2}" dt="2026-07-19T17:16:28.053" v="522"/>
        <pc:sldMkLst>
          <pc:docMk/>
          <pc:sldMk cId="3188304875" sldId="274"/>
        </pc:sldMkLst>
        <pc:spChg chg="mod">
          <ac:chgData name="sravanthia0211@gmail.com" userId="86004a95b751c210" providerId="LiveId" clId="{5949E328-238F-4FBC-AFE4-BDC282FF95A2}" dt="2026-07-19T17:15:57.552" v="520" actId="12"/>
          <ac:spMkLst>
            <pc:docMk/>
            <pc:sldMk cId="3188304875" sldId="274"/>
            <ac:spMk id="2" creationId="{4EA3CCD7-2284-5963-5EE5-B61DFF3B9095}"/>
          </ac:spMkLst>
        </pc:spChg>
        <pc:spChg chg="mod">
          <ac:chgData name="sravanthia0211@gmail.com" userId="86004a95b751c210" providerId="LiveId" clId="{5949E328-238F-4FBC-AFE4-BDC282FF95A2}" dt="2026-07-19T17:16:28.053" v="522"/>
          <ac:spMkLst>
            <pc:docMk/>
            <pc:sldMk cId="3188304875" sldId="274"/>
            <ac:spMk id="3" creationId="{D171A6E8-AFDC-B9F9-207E-A00F37383554}"/>
          </ac:spMkLst>
        </pc:spChg>
      </pc:sldChg>
      <pc:sldMasterChg chg="delSldLayout">
        <pc:chgData name="sravanthia0211@gmail.com" userId="86004a95b751c210" providerId="LiveId" clId="{5949E328-238F-4FBC-AFE4-BDC282FF95A2}" dt="2026-07-19T16:09:31.593" v="212" actId="2696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323295" y="3657472"/>
            <a:ext cx="72461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400" b="1" dirty="0"/>
              <a:t>Flipkart Laptop Market Analysis using Python</a:t>
            </a:r>
            <a:endParaRPr sz="24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 have completed my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Master of Computer Applications (MCA)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 am passionate about working with data and solving real-world business problems</a:t>
            </a:r>
            <a:endParaRPr lang="en-US" sz="20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 am a </a:t>
            </a:r>
            <a:r>
              <a:rPr lang="en-IN" sz="1600" b="1" dirty="0"/>
              <a:t>fresher</a:t>
            </a:r>
            <a:r>
              <a:rPr lang="en-IN" sz="1600" dirty="0"/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and currently focusing on developing practical skills by working on real-world projects, including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Web Scraping, Data Cleaning, Exploratory Data Analysis (EDA), Data Visualization, and Business Insights using Python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IN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://www.linkedin.com/in/sravanthi-addagatla-462597423/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0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IN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//github.com/</a:t>
            </a:r>
            <a:r>
              <a:rPr lang="en-IN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sravanthi-addagatla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Agenda (This should be the PPT flow)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Introduction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Business Problem Statement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Project Objective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Website Selection &amp; Data Source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Web Scraping Methodology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Technologies &amp; Libraries Used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Data Collection Process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Raw Dataset Overview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Data Cleaning &amp; Preprocessing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Exploratory Data Analysis (EDA)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Key Analysis Questions (Use Cases)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Visualizations &amp; Insights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Conclusion &amp; Key Findings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Challenges Faced During the Project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Future Improvements</a:t>
            </a:r>
            <a:endParaRPr sz="1800" b="1" dirty="0"/>
          </a:p>
          <a:p>
            <a:pPr marL="457200" lvl="0" indent="-3429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Q&amp;A</a:t>
            </a:r>
            <a:endParaRPr sz="1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C589-DCB3-DB2E-460D-86D96773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Introduction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7E0E9-EFAD-E785-95E5-BBF1FF433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Customers can compare different brands, specifications, prices, ratings, and discounts before making a purchase.</a:t>
            </a:r>
          </a:p>
          <a:p>
            <a:r>
              <a:rPr lang="en-IN" sz="2400" dirty="0"/>
              <a:t>However, the large amount of product information available online makes it difficult to identify market trends and make informed decisions.</a:t>
            </a:r>
          </a:p>
          <a:p>
            <a:r>
              <a:rPr lang="en-IN" sz="2400" dirty="0"/>
              <a:t>This project focuses on collecting laptop data from Flipkart using Python Web Scraping techniques</a:t>
            </a:r>
          </a:p>
          <a:p>
            <a:r>
              <a:rPr lang="en-IN" sz="2400" dirty="0"/>
              <a:t>The collected data is cleaned, processed, and </a:t>
            </a:r>
            <a:r>
              <a:rPr lang="en-IN" sz="2400" dirty="0" err="1"/>
              <a:t>analyzed</a:t>
            </a:r>
            <a:r>
              <a:rPr lang="en-IN" sz="2400" dirty="0"/>
              <a:t> to understand pricing patterns, popular brands, customer ratings, discounts, and laptop specifications.</a:t>
            </a:r>
          </a:p>
          <a:p>
            <a:r>
              <a:rPr lang="en-IN" sz="2400" dirty="0"/>
              <a:t>Through Exploratory Data Analysis (EDA) and visualizations, the project provides meaningful business insights that can help customers, retailers, and businesses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340829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982F4-57AE-FA70-CA74-E63D47808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Business 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1E43F-FDF2-488D-615F-89F8C5EF7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laptop market offers a wide variety of products with different brands, processors, RAM, storage capacities, prices, ratings, and discounts. Customers often struggle to identify the best laptop that meets their requirements and budget.</a:t>
            </a:r>
          </a:p>
          <a:p>
            <a:r>
              <a:rPr lang="en-IN" sz="2400" dirty="0"/>
              <a:t>At the same time, businesses need to understand market trends, pricing strategies, customer preferences, and product popularity to remain competitive. Since this information is spread across online platforms, manually collecting and </a:t>
            </a:r>
            <a:r>
              <a:rPr lang="en-IN" sz="2400" dirty="0" err="1"/>
              <a:t>analyzing</a:t>
            </a:r>
            <a:r>
              <a:rPr lang="en-IN" sz="2400" dirty="0"/>
              <a:t> it is time-consuming and inefficient.</a:t>
            </a:r>
          </a:p>
          <a:p>
            <a:r>
              <a:rPr lang="en-IN" sz="2400" dirty="0"/>
              <a:t>The objective of this project is to automate data collection from Flipkart, </a:t>
            </a:r>
            <a:r>
              <a:rPr lang="en-IN" sz="2400" dirty="0" err="1"/>
              <a:t>analyze</a:t>
            </a:r>
            <a:r>
              <a:rPr lang="en-IN" sz="2400" dirty="0"/>
              <a:t> the collected data, and generate business insights that help understand the laptop market and support better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08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8B56-EA4E-DEF5-9EC3-03EA5CE7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Project Objective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9FC88-503F-0F5B-A5AB-985AF0C46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3100" dirty="0"/>
              <a:t>The primary objective of this project is to </a:t>
            </a:r>
            <a:r>
              <a:rPr lang="en-IN" sz="3100" dirty="0" err="1"/>
              <a:t>analyze</a:t>
            </a:r>
            <a:r>
              <a:rPr lang="en-IN" sz="3100" dirty="0"/>
              <a:t> the Flipkart laptop market by collecting real-time product information through web scraping and transforming the raw data into meaningful business insights.</a:t>
            </a:r>
          </a:p>
          <a:p>
            <a:r>
              <a:rPr lang="en-IN" b="1" dirty="0"/>
              <a:t>The specific objectives include: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Collect laptop product data from Flipkart using Python.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Extract important information such as Product Name, Processor, RAM, SSD, Display Size, Price, Discount, and Customer Rating.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Clean and preprocess the collected data for accurate analysis.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Perform Exploratory Data Analysis (EDA) to identify trends and patterns.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Create visualizations to compare brands, prices, ratings, and discounts.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Answer business-related questions using data analysis.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Generate insights that help customers and businesses make informed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782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03013-3E5F-7D28-F0BA-09A6F5BD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D062-908D-6EE2-D20F-B897793F3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85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Website Selection &amp; Data Source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6241C-9D6B-18E6-B20B-EE6EA860E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34980"/>
            <a:ext cx="10515600" cy="5141983"/>
          </a:xfrm>
        </p:spPr>
        <p:txBody>
          <a:bodyPr>
            <a:normAutofit fontScale="55000" lnSpcReduction="20000"/>
          </a:bodyPr>
          <a:lstStyle/>
          <a:p>
            <a:r>
              <a:rPr lang="en-IN" sz="4200" dirty="0"/>
              <a:t>Flipkart was selected as the data source because it is one of India's leading e-commerce platforms, offering a wide range of laptop brands and models with detailed product information.</a:t>
            </a:r>
          </a:p>
          <a:p>
            <a:r>
              <a:rPr lang="en-IN" sz="4200" b="1" dirty="0"/>
              <a:t>The website provides valuable information including</a:t>
            </a:r>
            <a:r>
              <a:rPr lang="en-IN" sz="4200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dirty="0"/>
              <a:t>Product Name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dirty="0"/>
              <a:t>Processor Type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dirty="0"/>
              <a:t>RAM Capacity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dirty="0"/>
              <a:t>SSD Storage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dirty="0"/>
              <a:t>Display Size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dirty="0"/>
              <a:t>Selling Price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dirty="0"/>
              <a:t>Discount Offered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dirty="0"/>
              <a:t>Customer Ratings</a:t>
            </a:r>
            <a:r>
              <a:rPr lang="en-IN" sz="3600" dirty="0"/>
              <a:t> </a:t>
            </a:r>
          </a:p>
          <a:p>
            <a:r>
              <a:rPr lang="en-IN" sz="4200" dirty="0"/>
              <a:t>The data was collected directly from publicly available product listing pages using Python Web Scraping techniques. This dataset serves as the foundation for performing data analysis and generating business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461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CBBCF-8E4E-13FC-C100-2AF390AD0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56A3-F3EA-29D4-C691-108EC356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546"/>
            <a:ext cx="10515600" cy="622999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br>
              <a:rPr lang="en-IN" sz="3600" b="1" dirty="0"/>
            </a:br>
            <a:r>
              <a:rPr lang="en-IN" sz="3600" b="1" dirty="0"/>
              <a:t>Web Scraping 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4CD71-72AE-2E25-0A93-2C10617AB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475" y="944546"/>
            <a:ext cx="10515600" cy="5215094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100" dirty="0"/>
              <a:t>The data for this project was collected from Flipkart using Python-based web scraping techniques.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100" dirty="0"/>
              <a:t>The web scraping process involved inspecting the website's HTML structure, sending HTTP requests to retrieve webpage content, and extracting relevant laptop information using the </a:t>
            </a:r>
            <a:r>
              <a:rPr lang="en-IN" sz="3100" dirty="0" err="1"/>
              <a:t>BeautifulSoup</a:t>
            </a:r>
            <a:r>
              <a:rPr lang="en-IN" sz="3100" dirty="0"/>
              <a:t> library.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100" dirty="0"/>
              <a:t>The extracted data was then organized into a structured format using Pandas and saved as a CSV file for further analysis</a:t>
            </a:r>
            <a:r>
              <a:rPr lang="en-IN" dirty="0"/>
              <a:t>.</a:t>
            </a:r>
          </a:p>
          <a:p>
            <a:pPr marL="114300" indent="0">
              <a:buNone/>
            </a:pPr>
            <a:r>
              <a:rPr lang="en-IN" sz="3200" b="1" dirty="0"/>
              <a:t>Methodology Steps:</a:t>
            </a:r>
            <a:endParaRPr lang="en-IN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Inspect the Flipkart webpage using browser Developer Tools.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Send HTTP requests to retrieve webpage content.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Parse HTML using </a:t>
            </a:r>
            <a:r>
              <a:rPr lang="en-IN" dirty="0" err="1"/>
              <a:t>BeautifulSoup</a:t>
            </a:r>
            <a:r>
              <a:rPr lang="en-IN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Extract laptop details such as Product Name, Processor, RAM, SSD, Display, Price, Discount, and Rating.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Store the extracted data in a Pandas </a:t>
            </a:r>
            <a:r>
              <a:rPr lang="en-IN" dirty="0" err="1"/>
              <a:t>DataFrame</a:t>
            </a:r>
            <a:r>
              <a:rPr lang="en-IN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Export the dataset as a CSV file for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468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FAA8-313F-AB38-9576-9D9F2483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71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Technologies &amp; Libraries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7E226-8BA6-59A2-B808-D14682B93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836"/>
            <a:ext cx="10515600" cy="5172127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/>
              <a:t>The project was developed using Python and several powerful libraries for web scraping, data processing, and visualization.</a:t>
            </a:r>
          </a:p>
          <a:p>
            <a:r>
              <a:rPr lang="en-IN" sz="2600" b="1" dirty="0"/>
              <a:t>Programming Language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dirty="0"/>
              <a:t>Python </a:t>
            </a:r>
          </a:p>
          <a:p>
            <a:r>
              <a:rPr lang="en-IN" sz="2200" b="1" dirty="0"/>
              <a:t>Libraries Used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b="1" dirty="0"/>
              <a:t>Requests</a:t>
            </a:r>
            <a:r>
              <a:rPr lang="en-IN" dirty="0"/>
              <a:t> – </a:t>
            </a:r>
            <a:r>
              <a:rPr lang="en-IN" sz="2600" dirty="0"/>
              <a:t>To send HTTP requests and fetch webpage content.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b="1" dirty="0" err="1"/>
              <a:t>BeautifulSoup</a:t>
            </a:r>
            <a:r>
              <a:rPr lang="en-IN" sz="2600" b="1" dirty="0"/>
              <a:t> (bs4)</a:t>
            </a:r>
            <a:r>
              <a:rPr lang="en-IN" sz="2600" dirty="0"/>
              <a:t> </a:t>
            </a:r>
            <a:r>
              <a:rPr lang="en-IN" dirty="0"/>
              <a:t>– </a:t>
            </a:r>
            <a:r>
              <a:rPr lang="en-IN" sz="2600" dirty="0"/>
              <a:t>To parse HTML and extract laptop details.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b="1" dirty="0"/>
              <a:t>Pandas</a:t>
            </a:r>
            <a:r>
              <a:rPr lang="en-IN" dirty="0"/>
              <a:t> – </a:t>
            </a:r>
            <a:r>
              <a:rPr lang="en-IN" sz="2600" dirty="0"/>
              <a:t>For data cleaning, manipulation, and analysis.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b="1" dirty="0"/>
              <a:t>NumPy</a:t>
            </a:r>
            <a:r>
              <a:rPr lang="en-IN" dirty="0"/>
              <a:t> – </a:t>
            </a:r>
            <a:r>
              <a:rPr lang="en-IN" sz="2600" dirty="0"/>
              <a:t>For numerical operations</a:t>
            </a:r>
            <a:r>
              <a:rPr lang="en-IN" dirty="0"/>
              <a:t>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b="1" dirty="0"/>
              <a:t>Matplotlib</a:t>
            </a:r>
            <a:r>
              <a:rPr lang="en-IN" dirty="0"/>
              <a:t> – </a:t>
            </a:r>
            <a:r>
              <a:rPr lang="en-IN" sz="2600" dirty="0"/>
              <a:t>For creating basic visualizations</a:t>
            </a:r>
            <a:r>
              <a:rPr lang="en-IN" dirty="0"/>
              <a:t>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b="1" dirty="0"/>
              <a:t>Seaborn</a:t>
            </a:r>
            <a:r>
              <a:rPr lang="en-IN" dirty="0"/>
              <a:t> – </a:t>
            </a:r>
            <a:r>
              <a:rPr lang="en-IN" sz="2600" dirty="0"/>
              <a:t>For advanced statistical visualizations.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b="1" dirty="0"/>
              <a:t>Jupyter Notebook</a:t>
            </a:r>
            <a:r>
              <a:rPr lang="en-IN" sz="2600" dirty="0"/>
              <a:t> </a:t>
            </a:r>
            <a:r>
              <a:rPr lang="en-IN" dirty="0"/>
              <a:t>– </a:t>
            </a:r>
            <a:r>
              <a:rPr lang="en-IN" sz="2600" dirty="0"/>
              <a:t>For project development and documentation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840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36452-FBEF-31F4-8210-3FEDED0A5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14DC0-DB6F-40F4-3027-06CD2F11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56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Data Collection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21290-D5AA-1E18-28F1-39D25E7D9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74690"/>
            <a:ext cx="10515600" cy="5787851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The data collection process involved extracting laptop information directly from Flipkart's product listing pages.</a:t>
            </a:r>
          </a:p>
          <a:p>
            <a:r>
              <a:rPr lang="en-IN" dirty="0"/>
              <a:t>The following steps were followed:</a:t>
            </a:r>
          </a:p>
          <a:p>
            <a:r>
              <a:rPr lang="en-IN" dirty="0"/>
              <a:t>Selected Flipkart as the data source. </a:t>
            </a:r>
          </a:p>
          <a:p>
            <a:r>
              <a:rPr lang="en-IN" dirty="0"/>
              <a:t>Retrieved webpage content using Python Requests. </a:t>
            </a:r>
          </a:p>
          <a:p>
            <a:r>
              <a:rPr lang="en-IN" dirty="0"/>
              <a:t>Parsed the HTML structure using </a:t>
            </a:r>
            <a:r>
              <a:rPr lang="en-IN" dirty="0" err="1"/>
              <a:t>BeautifulSoup</a:t>
            </a:r>
            <a:r>
              <a:rPr lang="en-IN" dirty="0"/>
              <a:t>. </a:t>
            </a:r>
          </a:p>
          <a:p>
            <a:r>
              <a:rPr lang="en-IN" dirty="0"/>
              <a:t>Extracted important product attributes. </a:t>
            </a:r>
          </a:p>
          <a:p>
            <a:r>
              <a:rPr lang="en-IN" dirty="0"/>
              <a:t>Stored the collected information in a structured </a:t>
            </a:r>
            <a:r>
              <a:rPr lang="en-IN" dirty="0" err="1"/>
              <a:t>DataFrame</a:t>
            </a:r>
            <a:r>
              <a:rPr lang="en-IN" dirty="0"/>
              <a:t>. </a:t>
            </a:r>
          </a:p>
          <a:p>
            <a:r>
              <a:rPr lang="en-IN" dirty="0"/>
              <a:t>Exported the final dataset into CSV format. </a:t>
            </a:r>
          </a:p>
          <a:p>
            <a:r>
              <a:rPr lang="en-IN" b="1" dirty="0"/>
              <a:t>Collected Features</a:t>
            </a:r>
          </a:p>
          <a:p>
            <a:r>
              <a:rPr lang="en-IN" dirty="0"/>
              <a:t>Product Name </a:t>
            </a:r>
          </a:p>
          <a:p>
            <a:r>
              <a:rPr lang="en-IN" dirty="0"/>
              <a:t>Processor </a:t>
            </a:r>
          </a:p>
          <a:p>
            <a:r>
              <a:rPr lang="en-IN" dirty="0"/>
              <a:t>RAM </a:t>
            </a:r>
          </a:p>
          <a:p>
            <a:r>
              <a:rPr lang="en-IN" dirty="0"/>
              <a:t>SSD Storage </a:t>
            </a:r>
          </a:p>
          <a:p>
            <a:r>
              <a:rPr lang="en-IN" dirty="0"/>
              <a:t>Display Size </a:t>
            </a:r>
          </a:p>
          <a:p>
            <a:r>
              <a:rPr lang="en-IN" dirty="0"/>
              <a:t>Price </a:t>
            </a:r>
          </a:p>
          <a:p>
            <a:r>
              <a:rPr lang="en-IN" dirty="0"/>
              <a:t>Discount </a:t>
            </a:r>
          </a:p>
          <a:p>
            <a:r>
              <a:rPr lang="en-IN" dirty="0"/>
              <a:t>Customer Rating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89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44CF-95B7-E84A-BD54-339CDC66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BFB9-D20F-4A15-1F4D-F3BAF46B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9178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Raw 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19197-BFCB-015F-103D-C107BBD09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94304"/>
            <a:ext cx="10515600" cy="5375867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The raw dataset contains laptop information collected directly from Flipkart before any preprocessing was performed.</a:t>
            </a:r>
          </a:p>
          <a:p>
            <a:r>
              <a:rPr lang="en-IN" b="1" dirty="0"/>
              <a:t>Dataset Summary</a:t>
            </a:r>
          </a:p>
          <a:p>
            <a:r>
              <a:rPr lang="en-IN" b="1" dirty="0"/>
              <a:t>Source:</a:t>
            </a:r>
            <a:r>
              <a:rPr lang="en-IN" dirty="0"/>
              <a:t> Flipkart </a:t>
            </a:r>
          </a:p>
          <a:p>
            <a:r>
              <a:rPr lang="en-IN" b="1" dirty="0"/>
              <a:t>Total Records:</a:t>
            </a:r>
            <a:r>
              <a:rPr lang="en-IN" dirty="0"/>
              <a:t> 10985</a:t>
            </a:r>
          </a:p>
          <a:p>
            <a:r>
              <a:rPr lang="en-IN" b="1" dirty="0"/>
              <a:t>Total Columns:</a:t>
            </a:r>
            <a:r>
              <a:rPr lang="en-IN" dirty="0"/>
              <a:t> 8 </a:t>
            </a:r>
          </a:p>
          <a:p>
            <a:r>
              <a:rPr lang="en-IN" b="1" dirty="0"/>
              <a:t>Features</a:t>
            </a:r>
          </a:p>
          <a:p>
            <a:r>
              <a:rPr lang="en-IN" dirty="0"/>
              <a:t>Product Name </a:t>
            </a:r>
          </a:p>
          <a:p>
            <a:r>
              <a:rPr lang="en-IN" dirty="0"/>
              <a:t>Processor </a:t>
            </a:r>
          </a:p>
          <a:p>
            <a:r>
              <a:rPr lang="en-IN" dirty="0"/>
              <a:t>RAM </a:t>
            </a:r>
          </a:p>
          <a:p>
            <a:r>
              <a:rPr lang="en-IN" dirty="0"/>
              <a:t>SSD </a:t>
            </a:r>
          </a:p>
          <a:p>
            <a:r>
              <a:rPr lang="en-IN" dirty="0"/>
              <a:t>Display </a:t>
            </a:r>
          </a:p>
          <a:p>
            <a:r>
              <a:rPr lang="en-IN" dirty="0"/>
              <a:t>Price </a:t>
            </a:r>
          </a:p>
          <a:p>
            <a:r>
              <a:rPr lang="en-IN" dirty="0"/>
              <a:t>Discount </a:t>
            </a:r>
          </a:p>
          <a:p>
            <a:r>
              <a:rPr lang="en-IN" dirty="0"/>
              <a:t>Rating </a:t>
            </a:r>
          </a:p>
          <a:p>
            <a:r>
              <a:rPr lang="en-IN" dirty="0"/>
              <a:t>The raw dataset contained text formatting, missing values, currency symbols, percentage symbols, and inconsistent data formats, which required preprocessing before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013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4F34-6EE5-7FB1-A55B-5D158FA9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B63D-7EE4-75EA-F52B-FABB0CBDA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&amp;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37A30-916D-6089-B635-B45C8BE19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To ensure data quality and accuracy, several preprocessing steps were performed.</a:t>
            </a:r>
          </a:p>
          <a:p>
            <a:r>
              <a:rPr lang="en-IN" b="1" dirty="0"/>
              <a:t>Cleaning Steps</a:t>
            </a:r>
          </a:p>
          <a:p>
            <a:r>
              <a:rPr lang="en-IN" dirty="0"/>
              <a:t>Checked for missing values. </a:t>
            </a:r>
          </a:p>
          <a:p>
            <a:r>
              <a:rPr lang="en-IN" dirty="0"/>
              <a:t>Handled missing data appropriately. </a:t>
            </a:r>
          </a:p>
          <a:p>
            <a:r>
              <a:rPr lang="en-IN" dirty="0"/>
              <a:t>Removed duplicate records (if any). </a:t>
            </a:r>
          </a:p>
          <a:p>
            <a:r>
              <a:rPr lang="en-IN" dirty="0"/>
              <a:t>Removed the ₹ symbol and commas from the Price column. </a:t>
            </a:r>
          </a:p>
          <a:p>
            <a:r>
              <a:rPr lang="en-IN" dirty="0"/>
              <a:t>Removed the "% off" text from the Discount column. </a:t>
            </a:r>
          </a:p>
          <a:p>
            <a:r>
              <a:rPr lang="en-IN" dirty="0"/>
              <a:t>Converted Price and Discount into numeric data types. </a:t>
            </a:r>
          </a:p>
          <a:p>
            <a:r>
              <a:rPr lang="en-IN" dirty="0"/>
              <a:t>Extracted numeric values from RAM, SSD, and Display columns. </a:t>
            </a:r>
          </a:p>
          <a:p>
            <a:r>
              <a:rPr lang="en-IN" dirty="0"/>
              <a:t>Checked for outliers using boxplots. </a:t>
            </a:r>
          </a:p>
          <a:p>
            <a:r>
              <a:rPr lang="en-IN" dirty="0"/>
              <a:t>Verified the final dataset for analysis. </a:t>
            </a:r>
          </a:p>
          <a:p>
            <a:r>
              <a:rPr lang="en-IN" dirty="0"/>
              <a:t>After preprocessing, the dataset became clean, consistent, and ready for Exploratory Data Analysis (EDA).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622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C9B47-746A-B7BD-C459-20DE2522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BDD9C-1A00-FEE5-FA56-26E6D8B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Exploratory Data Analysis (EDA)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B036E-FA19-33BF-DA65-A351B1CFB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5222"/>
            <a:ext cx="10515600" cy="5091741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EDA was performed to understand the characteristics of the laptop dataset and discover meaningful patterns.</a:t>
            </a:r>
          </a:p>
          <a:p>
            <a:r>
              <a:rPr lang="en-IN" dirty="0"/>
              <a:t>The analysis focused on:</a:t>
            </a:r>
          </a:p>
          <a:p>
            <a:r>
              <a:rPr lang="en-IN" dirty="0"/>
              <a:t>Distribution of laptop prices. </a:t>
            </a:r>
          </a:p>
          <a:p>
            <a:r>
              <a:rPr lang="en-IN" dirty="0"/>
              <a:t>Popular processor types. </a:t>
            </a:r>
          </a:p>
          <a:p>
            <a:r>
              <a:rPr lang="en-IN" dirty="0"/>
              <a:t>RAM and SSD storage distribution. </a:t>
            </a:r>
          </a:p>
          <a:p>
            <a:r>
              <a:rPr lang="en-IN" dirty="0"/>
              <a:t>Customer rating trends. </a:t>
            </a:r>
          </a:p>
          <a:p>
            <a:r>
              <a:rPr lang="en-IN" dirty="0"/>
              <a:t>Discount analysis. </a:t>
            </a:r>
          </a:p>
          <a:p>
            <a:r>
              <a:rPr lang="en-IN" dirty="0"/>
              <a:t>Relationship between specifications and pricing. </a:t>
            </a:r>
          </a:p>
          <a:p>
            <a:r>
              <a:rPr lang="en-IN" dirty="0"/>
              <a:t>Missing value analysis. </a:t>
            </a:r>
          </a:p>
          <a:p>
            <a:r>
              <a:rPr lang="en-IN" dirty="0"/>
              <a:t>Outlier detection. </a:t>
            </a:r>
          </a:p>
          <a:p>
            <a:r>
              <a:rPr lang="en-IN" dirty="0"/>
              <a:t>EDA helped identify important trends that supported further business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710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175F8-0953-7E4D-0B28-C59DFCD3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76922-0A81-6C94-D52A-3AB2F1F77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387"/>
          </a:xfrm>
        </p:spPr>
        <p:txBody>
          <a:bodyPr>
            <a:normAutofit/>
          </a:bodyPr>
          <a:lstStyle/>
          <a:p>
            <a:r>
              <a:rPr lang="en-IN" sz="3600" b="1" dirty="0"/>
              <a:t>Key Analysis Questions (Use Cases)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096A4-15F6-4021-1DA8-A905D8F3F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75174"/>
            <a:ext cx="10515600" cy="510178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 following business questions were addressed during the analysis:</a:t>
            </a:r>
          </a:p>
          <a:p>
            <a:r>
              <a:rPr lang="en-IN" dirty="0"/>
              <a:t>Which laptop brands offer the highest number of products? </a:t>
            </a:r>
          </a:p>
          <a:p>
            <a:r>
              <a:rPr lang="en-IN" dirty="0"/>
              <a:t>What is the average laptop price on Flipkart? </a:t>
            </a:r>
          </a:p>
          <a:p>
            <a:r>
              <a:rPr lang="en-IN" dirty="0"/>
              <a:t>Which processors are most commonly available? </a:t>
            </a:r>
          </a:p>
          <a:p>
            <a:r>
              <a:rPr lang="en-IN" dirty="0"/>
              <a:t>Which RAM configuration is most popular? </a:t>
            </a:r>
          </a:p>
          <a:p>
            <a:r>
              <a:rPr lang="en-IN" dirty="0"/>
              <a:t>Which SSD storage option is preferred? </a:t>
            </a:r>
          </a:p>
          <a:p>
            <a:r>
              <a:rPr lang="en-IN" dirty="0"/>
              <a:t>What is the average customer rating? </a:t>
            </a:r>
          </a:p>
          <a:p>
            <a:r>
              <a:rPr lang="en-IN" dirty="0"/>
              <a:t>Which laptops offer the highest discounts? </a:t>
            </a:r>
          </a:p>
          <a:p>
            <a:r>
              <a:rPr lang="en-IN" dirty="0"/>
              <a:t>Is there a relationship between price and customer ratings? </a:t>
            </a:r>
          </a:p>
          <a:p>
            <a:r>
              <a:rPr lang="en-IN" dirty="0"/>
              <a:t>How does RAM or SSD capacity influence laptop prices? </a:t>
            </a:r>
          </a:p>
          <a:p>
            <a:r>
              <a:rPr lang="en-IN" dirty="0"/>
              <a:t>Which product category provides the best value for money? </a:t>
            </a:r>
          </a:p>
          <a:p>
            <a:r>
              <a:rPr lang="en-IN" dirty="0"/>
              <a:t>These questions helped generate valuable business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383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95E74-D13B-3E45-2CD9-4EF6D6D0B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70FF-0866-B31B-230B-448DAA63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Visualizations &amp;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BAA64-E711-4BA7-3E13-E8CE6B6F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84738"/>
            <a:ext cx="10515600" cy="5192225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Various visualizations were created using Matplotlib and Seaborn to communicate the analysis results effectively.</a:t>
            </a:r>
          </a:p>
          <a:p>
            <a:r>
              <a:rPr lang="en-IN" b="1" dirty="0"/>
              <a:t>Visualizations Used</a:t>
            </a:r>
          </a:p>
          <a:p>
            <a:r>
              <a:rPr lang="en-IN" dirty="0"/>
              <a:t>Bar Charts </a:t>
            </a:r>
          </a:p>
          <a:p>
            <a:r>
              <a:rPr lang="en-IN" dirty="0"/>
              <a:t>Count Plots </a:t>
            </a:r>
          </a:p>
          <a:p>
            <a:r>
              <a:rPr lang="en-IN" dirty="0"/>
              <a:t>Histograms </a:t>
            </a:r>
          </a:p>
          <a:p>
            <a:r>
              <a:rPr lang="en-IN" dirty="0"/>
              <a:t>Box Plots </a:t>
            </a:r>
          </a:p>
          <a:p>
            <a:r>
              <a:rPr lang="en-IN" dirty="0"/>
              <a:t>Scatter Plots </a:t>
            </a:r>
          </a:p>
          <a:p>
            <a:r>
              <a:rPr lang="en-IN" dirty="0"/>
              <a:t>Heatmaps </a:t>
            </a:r>
          </a:p>
          <a:p>
            <a:r>
              <a:rPr lang="en-IN" b="1" dirty="0"/>
              <a:t>Key Insights</a:t>
            </a:r>
          </a:p>
          <a:p>
            <a:r>
              <a:rPr lang="en-IN" dirty="0"/>
              <a:t>Most laptops fall within the mid-price range. </a:t>
            </a:r>
          </a:p>
          <a:p>
            <a:r>
              <a:rPr lang="en-IN" dirty="0"/>
              <a:t>512 GB SSD is the most common storage option. </a:t>
            </a:r>
          </a:p>
          <a:p>
            <a:r>
              <a:rPr lang="en-IN" dirty="0"/>
              <a:t>16 GB RAM is the most frequently available configuration. </a:t>
            </a:r>
          </a:p>
          <a:p>
            <a:r>
              <a:rPr lang="en-IN" dirty="0"/>
              <a:t>Intel Core i5 processors dominate the listings. </a:t>
            </a:r>
          </a:p>
          <a:p>
            <a:r>
              <a:rPr lang="en-IN" dirty="0"/>
              <a:t>Higher-priced laptops generally offer better specifications. </a:t>
            </a:r>
          </a:p>
          <a:p>
            <a:r>
              <a:rPr lang="en-IN" dirty="0"/>
              <a:t>Customer ratings mostly range between 4.0 and 4.5.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848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6FA8B-2442-9A3D-1BA6-A94848192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E534-C4FE-2455-EB6E-7B87D9B5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80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Conclusion &amp; Key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E988D-A5B9-C6F8-7BC6-E86952201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4932"/>
            <a:ext cx="10515600" cy="515203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This project successfully demonstrated how Python web scraping can be used to collect and </a:t>
            </a:r>
            <a:r>
              <a:rPr lang="en-IN" dirty="0" err="1"/>
              <a:t>analyze</a:t>
            </a:r>
            <a:r>
              <a:rPr lang="en-IN" dirty="0"/>
              <a:t> real-world e-commerce data.</a:t>
            </a:r>
          </a:p>
          <a:p>
            <a:r>
              <a:rPr lang="en-IN" b="1" dirty="0"/>
              <a:t>Key Findings</a:t>
            </a:r>
          </a:p>
          <a:p>
            <a:r>
              <a:rPr lang="en-IN" dirty="0"/>
              <a:t>Flipkart offers a wide variety of laptops across different price segments. </a:t>
            </a:r>
          </a:p>
          <a:p>
            <a:r>
              <a:rPr lang="en-IN" dirty="0"/>
              <a:t>Mid-range laptops are the most commonly available. </a:t>
            </a:r>
          </a:p>
          <a:p>
            <a:r>
              <a:rPr lang="en-IN" dirty="0"/>
              <a:t>16 GB RAM and 512 GB SSD are the most popular configurations. </a:t>
            </a:r>
          </a:p>
          <a:p>
            <a:r>
              <a:rPr lang="en-IN" dirty="0"/>
              <a:t>Intel Core i5 processors appear most frequently. </a:t>
            </a:r>
          </a:p>
          <a:p>
            <a:r>
              <a:rPr lang="en-IN" dirty="0"/>
              <a:t>Products with better specifications generally have higher prices. </a:t>
            </a:r>
          </a:p>
          <a:p>
            <a:r>
              <a:rPr lang="en-IN" dirty="0"/>
              <a:t>Data visualization helped uncover meaningful business insights that support customer decision-making and market analysis.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488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ABE2-0725-A52D-84AE-6E2F2603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2984-F299-3110-AB8E-1686E464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95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Challenges Faced During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210D4-91A8-9325-6897-DB5840D8B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5078"/>
            <a:ext cx="10515600" cy="5121885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Several challenges were encountered during project development.</a:t>
            </a:r>
          </a:p>
          <a:p>
            <a:r>
              <a:rPr lang="en-IN" b="1" dirty="0"/>
              <a:t>Challenges</a:t>
            </a:r>
          </a:p>
          <a:p>
            <a:r>
              <a:rPr lang="en-IN" dirty="0"/>
              <a:t>Extracting data from complex HTML structures. </a:t>
            </a:r>
          </a:p>
          <a:p>
            <a:r>
              <a:rPr lang="en-IN" dirty="0"/>
              <a:t>Handling missing values in the dataset. </a:t>
            </a:r>
          </a:p>
          <a:p>
            <a:r>
              <a:rPr lang="en-IN" dirty="0"/>
              <a:t>Cleaning inconsistent text formats. </a:t>
            </a:r>
          </a:p>
          <a:p>
            <a:r>
              <a:rPr lang="en-IN" dirty="0"/>
              <a:t>Converting text columns into numeric values. </a:t>
            </a:r>
          </a:p>
          <a:p>
            <a:r>
              <a:rPr lang="en-IN" dirty="0"/>
              <a:t>Managing different storage units (GB and TB). </a:t>
            </a:r>
          </a:p>
          <a:p>
            <a:r>
              <a:rPr lang="en-IN" dirty="0"/>
              <a:t>Handling unavailable ratings and discounts. </a:t>
            </a:r>
          </a:p>
          <a:p>
            <a:r>
              <a:rPr lang="en-IN" dirty="0"/>
              <a:t>Identifying and treating outliers. </a:t>
            </a:r>
          </a:p>
          <a:p>
            <a:r>
              <a:rPr lang="en-IN" dirty="0"/>
              <a:t>Ensuring data consistency after preprocessing. </a:t>
            </a:r>
          </a:p>
          <a:p>
            <a:r>
              <a:rPr lang="en-IN" dirty="0"/>
              <a:t>These challenges were addressed through careful data cleaning and validation.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49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3CCD7-2284-5963-5EE5-B61DFF3B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Future 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1A6E8-AFDC-B9F9-207E-A00F37383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5840"/>
            <a:ext cx="10515600" cy="5171123"/>
          </a:xfrm>
        </p:spPr>
        <p:txBody>
          <a:bodyPr/>
          <a:lstStyle/>
          <a:p>
            <a:r>
              <a:rPr lang="en-IN" dirty="0"/>
              <a:t>The project can be further enhanced in several ways.</a:t>
            </a:r>
          </a:p>
          <a:p>
            <a:r>
              <a:rPr lang="en-IN" b="1" dirty="0"/>
              <a:t>Future Scope</a:t>
            </a:r>
          </a:p>
          <a:p>
            <a:r>
              <a:rPr lang="en-IN" dirty="0"/>
              <a:t>Include data from multiple e-commerce websites such as Amazon and Croma. </a:t>
            </a:r>
          </a:p>
          <a:p>
            <a:r>
              <a:rPr lang="en-IN" dirty="0"/>
              <a:t>Perform sentiment analysis on customer reviews. </a:t>
            </a:r>
          </a:p>
          <a:p>
            <a:r>
              <a:rPr lang="en-IN" dirty="0"/>
              <a:t>Build an interactive dashboard using Power BI or Tableau. </a:t>
            </a:r>
          </a:p>
          <a:p>
            <a:r>
              <a:rPr lang="en-IN" dirty="0"/>
              <a:t>Develop a machine learning model to predict laptop prices. </a:t>
            </a:r>
          </a:p>
          <a:p>
            <a:r>
              <a:rPr lang="en-IN" dirty="0"/>
              <a:t>Automate data collection using scheduled web scraping. </a:t>
            </a:r>
          </a:p>
          <a:p>
            <a:r>
              <a:rPr lang="en-IN" dirty="0"/>
              <a:t>Perform time-series analysis to study price trends over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304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1610</Words>
  <Application>Microsoft Office PowerPoint</Application>
  <PresentationFormat>Widescreen</PresentationFormat>
  <Paragraphs>198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Wingdings</vt:lpstr>
      <vt:lpstr>Courier New</vt:lpstr>
      <vt:lpstr>Lato Black</vt:lpstr>
      <vt:lpstr>Libre Baskerville</vt:lpstr>
      <vt:lpstr>Office Theme</vt:lpstr>
      <vt:lpstr>PowerPoint Presentation</vt:lpstr>
      <vt:lpstr>PowerPoint Presentation</vt:lpstr>
      <vt:lpstr>Agenda (This should be the PPT flow)  </vt:lpstr>
      <vt:lpstr>Introduction</vt:lpstr>
      <vt:lpstr>Business Problem Statement </vt:lpstr>
      <vt:lpstr>Project Objective </vt:lpstr>
      <vt:lpstr>Website Selection &amp; Data Source</vt:lpstr>
      <vt:lpstr> Web Scraping Methodology </vt:lpstr>
      <vt:lpstr>Technologies &amp; Libraries Used</vt:lpstr>
      <vt:lpstr>Data Collection Process</vt:lpstr>
      <vt:lpstr>Raw Dataset Overview</vt:lpstr>
      <vt:lpstr>Data Cleaning &amp; Preprocessing</vt:lpstr>
      <vt:lpstr>Exploratory Data Analysis (EDA)</vt:lpstr>
      <vt:lpstr>Key Analysis Questions (Use Cases)</vt:lpstr>
      <vt:lpstr>Visualizations &amp; Insights</vt:lpstr>
      <vt:lpstr>Conclusion &amp; Key Findings</vt:lpstr>
      <vt:lpstr>Challenges Faced During the Project</vt:lpstr>
      <vt:lpstr>Future Improvements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sravanthia0211@gmail.com</cp:lastModifiedBy>
  <cp:revision>1</cp:revision>
  <dcterms:created xsi:type="dcterms:W3CDTF">2021-02-16T05:19:01Z</dcterms:created>
  <dcterms:modified xsi:type="dcterms:W3CDTF">2026-07-24T08:57:11Z</dcterms:modified>
</cp:coreProperties>
</file>